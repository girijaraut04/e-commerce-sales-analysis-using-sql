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E-Commerce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Girija Raut</a:t>
            </a:r>
          </a:p>
          <a:p>
            <a:r>
              <a:t>SQL | SQLite | Python | VS Code Jupyter Notebook</a:t>
            </a:r>
          </a:p>
          <a:p>
            <a:r>
              <a:t>End-to-End 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Amazon e-commerce sales data stored in CSV format</a:t>
            </a:r>
          </a:p>
          <a:p>
            <a:r>
              <a:t>Understand revenue trends over time</a:t>
            </a:r>
          </a:p>
          <a:p>
            <a:r>
              <a:t>Identify top-performing product categories and regions</a:t>
            </a:r>
          </a:p>
          <a:p>
            <a:r>
              <a:t>Evaluate order fulfillment and cancellation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Amazon E-commerce Orders CSV Dataset</a:t>
            </a:r>
          </a:p>
          <a:p>
            <a:r>
              <a:t>Contains order-level transactional data</a:t>
            </a:r>
          </a:p>
          <a:p>
            <a:r>
              <a:t>Includes date, amount, category, SKU, state, and order status fields</a:t>
            </a:r>
          </a:p>
          <a:p>
            <a:r>
              <a:t>Represents real-world raw data with inconsistencies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Standardized column names for SQL compatibility</a:t>
            </a:r>
          </a:p>
          <a:p>
            <a:r>
              <a:t>Removed unnecessary index and unnamed columns</a:t>
            </a:r>
          </a:p>
          <a:p>
            <a:r>
              <a:t>Handled NULL and missing values</a:t>
            </a:r>
          </a:p>
          <a:p>
            <a:r>
              <a:t>Converted text-based amount column to numeric format</a:t>
            </a:r>
          </a:p>
          <a:p>
            <a:r>
              <a:t>Prepared clean SQLite table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for querying and aggregation</a:t>
            </a:r>
          </a:p>
          <a:p>
            <a:r>
              <a:t>SQLite as lightweight analytical database</a:t>
            </a:r>
          </a:p>
          <a:p>
            <a:r>
              <a:t>Python Pandas for data loading and transformation</a:t>
            </a:r>
          </a:p>
          <a:p>
            <a:r>
              <a:t>Matplotlib for data visualization</a:t>
            </a:r>
          </a:p>
          <a:p>
            <a:r>
              <a:t>VS Code Jupyter Notebook for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Calculated total revenue using SQL SUM aggregation</a:t>
            </a:r>
          </a:p>
          <a:p>
            <a:r>
              <a:t>Excluded cancelled and NULL-value orders when required</a:t>
            </a:r>
          </a:p>
          <a:p>
            <a:r>
              <a:t>Analyzed monthly revenue trends</a:t>
            </a:r>
          </a:p>
          <a:p>
            <a:r>
              <a:t>Identified seasonality and growth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Category-wise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Aggregated revenue by product category</a:t>
            </a:r>
          </a:p>
          <a:p>
            <a:r>
              <a:t>Identified top revenue-generating categories</a:t>
            </a:r>
          </a:p>
          <a:p>
            <a:r>
              <a:t>Detected low-performing categories for optimization</a:t>
            </a:r>
          </a:p>
          <a:p>
            <a:r>
              <a:t>Insights useful for inventory and marketing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(State-wise)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revenue contribution by shipping state</a:t>
            </a:r>
          </a:p>
          <a:p>
            <a:r>
              <a:t>Identified high-demand regions</a:t>
            </a:r>
          </a:p>
          <a:p>
            <a:r>
              <a:t>Highlighted regional concentration of sales</a:t>
            </a:r>
          </a:p>
          <a:p>
            <a:r>
              <a:t>Supports logistics and regional strategy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Status &amp; Operations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Standardized inconsistent order status values</a:t>
            </a:r>
          </a:p>
          <a:p>
            <a:r>
              <a:t>Compared Delivered vs Cancelled vs Other orders</a:t>
            </a:r>
          </a:p>
          <a:p>
            <a:r>
              <a:t>Identified operational inefficiencies</a:t>
            </a:r>
          </a:p>
          <a:p>
            <a:r>
              <a:t>Provided insights into fulfillment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Visualized monthly revenue trends using line charts</a:t>
            </a:r>
          </a:p>
          <a:p>
            <a:r>
              <a:t>Displayed category and state-wise revenue using bar charts</a:t>
            </a:r>
          </a:p>
          <a:p>
            <a:r>
              <a:t>Used clean, readable charts for business interpretation</a:t>
            </a:r>
          </a:p>
          <a:p>
            <a:r>
              <a:t>Combined SQL outputs with Python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shows clear monthly trends and seasonality</a:t>
            </a:r>
          </a:p>
          <a:p>
            <a:r>
              <a:t>A small number of categories drive most revenue</a:t>
            </a:r>
          </a:p>
          <a:p>
            <a:r>
              <a:t>Sales are concentrated in specific states</a:t>
            </a:r>
          </a:p>
          <a:p>
            <a:r>
              <a:t>Cancelled orders impact overall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performed end-to-end SQL-based analysis</a:t>
            </a:r>
          </a:p>
          <a:p>
            <a:r>
              <a:t>Handled real-world data quality issues</a:t>
            </a:r>
          </a:p>
          <a:p>
            <a:r>
              <a:t>Generated actionable business insights</a:t>
            </a:r>
          </a:p>
          <a:p>
            <a:r>
              <a:t>Project demonstrates strong analytical thinking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/ Interview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Amazon e-commerce sales analysis using SQL on CSV data</a:t>
            </a:r>
          </a:p>
          <a:p>
            <a:r>
              <a:t>Cleaned and standardized raw data for accurate reporting</a:t>
            </a:r>
          </a:p>
          <a:p>
            <a:r>
              <a:t>Generated revenue, category, regional, and operational insights</a:t>
            </a:r>
          </a:p>
          <a:p>
            <a:r>
              <a:t>Used SQLite and Python in VS Code Jupyter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